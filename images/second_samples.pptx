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EDD9E6-7CAA-4B3D-AFB1-3C81CFDFF5A9}" v="3" dt="2026-04-01T11:19:02.4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mothy Frayling" userId="908e9b62-0ddc-4e77-ae13-d8e4745ca167" providerId="ADAL" clId="{A5C0382B-3580-4118-9DE7-F28BF1207A22}"/>
    <pc:docChg chg="custSel addSld modSld">
      <pc:chgData name="Timothy Frayling" userId="908e9b62-0ddc-4e77-ae13-d8e4745ca167" providerId="ADAL" clId="{A5C0382B-3580-4118-9DE7-F28BF1207A22}" dt="2026-04-01T11:20:14.464" v="140" actId="1076"/>
      <pc:docMkLst>
        <pc:docMk/>
      </pc:docMkLst>
      <pc:sldChg chg="addSp delSp modSp new mod modClrScheme chgLayout">
        <pc:chgData name="Timothy Frayling" userId="908e9b62-0ddc-4e77-ae13-d8e4745ca167" providerId="ADAL" clId="{A5C0382B-3580-4118-9DE7-F28BF1207A22}" dt="2026-04-01T11:20:14.464" v="140" actId="1076"/>
        <pc:sldMkLst>
          <pc:docMk/>
          <pc:sldMk cId="3404818643" sldId="256"/>
        </pc:sldMkLst>
        <pc:spChg chg="del">
          <ac:chgData name="Timothy Frayling" userId="908e9b62-0ddc-4e77-ae13-d8e4745ca167" providerId="ADAL" clId="{A5C0382B-3580-4118-9DE7-F28BF1207A22}" dt="2026-04-01T11:17:33.721" v="1" actId="700"/>
          <ac:spMkLst>
            <pc:docMk/>
            <pc:sldMk cId="3404818643" sldId="256"/>
            <ac:spMk id="2" creationId="{56C26E80-C954-AA3D-0AD6-6A17B7F4DABF}"/>
          </ac:spMkLst>
        </pc:spChg>
        <pc:spChg chg="del">
          <ac:chgData name="Timothy Frayling" userId="908e9b62-0ddc-4e77-ae13-d8e4745ca167" providerId="ADAL" clId="{A5C0382B-3580-4118-9DE7-F28BF1207A22}" dt="2026-04-01T11:17:33.721" v="1" actId="700"/>
          <ac:spMkLst>
            <pc:docMk/>
            <pc:sldMk cId="3404818643" sldId="256"/>
            <ac:spMk id="3" creationId="{703093DB-3477-A678-0244-B0A56A5BAA7E}"/>
          </ac:spMkLst>
        </pc:spChg>
        <pc:spChg chg="add mod">
          <ac:chgData name="Timothy Frayling" userId="908e9b62-0ddc-4e77-ae13-d8e4745ca167" providerId="ADAL" clId="{A5C0382B-3580-4118-9DE7-F28BF1207A22}" dt="2026-04-01T11:18:31.499" v="41" actId="1076"/>
          <ac:spMkLst>
            <pc:docMk/>
            <pc:sldMk cId="3404818643" sldId="256"/>
            <ac:spMk id="6" creationId="{A9EB960B-46EF-F6AE-A354-ACA941EFDF89}"/>
          </ac:spMkLst>
        </pc:spChg>
        <pc:spChg chg="add mod">
          <ac:chgData name="Timothy Frayling" userId="908e9b62-0ddc-4e77-ae13-d8e4745ca167" providerId="ADAL" clId="{A5C0382B-3580-4118-9DE7-F28BF1207A22}" dt="2026-04-01T11:18:53.701" v="67" actId="20577"/>
          <ac:spMkLst>
            <pc:docMk/>
            <pc:sldMk cId="3404818643" sldId="256"/>
            <ac:spMk id="7" creationId="{506708A5-D94E-08E1-1118-B60608CD883B}"/>
          </ac:spMkLst>
        </pc:spChg>
        <pc:spChg chg="add mod">
          <ac:chgData name="Timothy Frayling" userId="908e9b62-0ddc-4e77-ae13-d8e4745ca167" providerId="ADAL" clId="{A5C0382B-3580-4118-9DE7-F28BF1207A22}" dt="2026-04-01T11:20:14.464" v="140" actId="1076"/>
          <ac:spMkLst>
            <pc:docMk/>
            <pc:sldMk cId="3404818643" sldId="256"/>
            <ac:spMk id="8" creationId="{FF1BEC4B-DA49-59CC-E143-C7525AE2CF03}"/>
          </ac:spMkLst>
        </pc:spChg>
        <pc:picChg chg="add mod">
          <ac:chgData name="Timothy Frayling" userId="908e9b62-0ddc-4e77-ae13-d8e4745ca167" providerId="ADAL" clId="{A5C0382B-3580-4118-9DE7-F28BF1207A22}" dt="2026-04-01T11:18:00.855" v="7" actId="14100"/>
          <ac:picMkLst>
            <pc:docMk/>
            <pc:sldMk cId="3404818643" sldId="256"/>
            <ac:picMk id="5" creationId="{601F23A8-0DBC-AA3D-8DA1-6D5C4DBA3D3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C3F1-63CE-1FCA-EFC7-D559EB097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84C46-245A-32AC-65B3-6BF3067F6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A7F3B-343C-FB2D-5CCC-BF6E5C49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32278-7F5E-ED7A-5724-7B362538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CE23A-8BEB-3B35-C5D9-B9A9B2D89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70557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3FDBA-3D84-FA2B-0712-E23FC4B28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A6648-DDE1-AAF9-4822-EF6D85DD8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43A41-2F8F-1FA1-EE07-099AB73D1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3DFFB-9B1A-C5E2-1416-FB0E7EA2B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29621-D2B4-82A5-4A27-E02F2641F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23155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1476F-A419-5575-FEEF-C6608C4B8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F5709-9125-C42B-74FA-3093BF837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01829-3CDF-A459-AE8D-5A1A77F3D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A9BD0-532C-7EC4-8492-C397182C9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3EC0-8A18-2A13-70CC-4C5777BB5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31878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BEEE6-073E-E798-D161-938A57BAE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3048E-72E9-5ECA-BA32-E2B8BEABD8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73E2D3-8E25-519E-5D51-67D2E91485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0297E9-E92F-5B38-476F-90A824B51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B8EFC4-F3B0-F3C1-1A12-6270851D0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5015D-A956-A46C-F1D6-DF1DB47AA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16925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70BF-22F3-D633-3A1A-5CF956012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ED721-2C42-2734-70DB-A1400BAF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5AFB96-F51B-C6D3-CD56-D7DC9F39F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BC4BCD-FB4E-97B8-7688-95C8A69C60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A8005-C888-B70E-17A9-CFFF8551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3D8893-F79A-74C2-9B5F-72D31A5E4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B1DCC8-449C-4064-1C5B-4DCFCD2BD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C254A-99BA-65DE-92BA-97EE206D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87866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922D0-5E39-CDA1-FBDD-D7ECC9CD5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E172F6-B3DF-9703-7F14-3ECD1F716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EEDE1-E85C-0338-8884-E1BC960A2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344DCA-7739-D0A8-2FC6-18F373FC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9392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9376F3-AE9A-5301-4A65-C76EFADFE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5D0586-372E-01EA-56A8-F67A3A5DB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D948B-906C-E007-290E-FC9473050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69344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6F439-DD3E-1AF5-1E89-4C2EBC2B9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2B41A-34FB-869F-A7C6-BD5A041FC8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A8E79-8499-6035-0747-9675B537B7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D364-F9AB-5DEA-4C44-643FF9FF6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94F022-D278-B80C-0B90-1F63504BB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97080-7BF2-FE5B-89F1-885DAEA4A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1853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5087-7DE7-0DF6-5DC8-E05EA2811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D7ACA1-DEEF-9914-88D2-8BD2760CFA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D98FF1-BED7-C763-DB14-F3D2ED4F4B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8E5EB-5B47-30C5-2C9E-BCB7A014C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D5BEC-9F19-A45A-56F1-92E3B7450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AC734D-C55B-B5D5-7B8C-F1A8C1F0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76703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00CB8-527F-7506-96CD-9FC4D56D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180AA9-C48E-AA5B-A083-345FC397C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9FE51-ADC5-B3B0-073B-BF0B80CBD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8C142-C67A-9EBD-12DF-04E2CEC30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F4133-5BDD-27CC-5243-B6D450F07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18359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9CFC37-A3D6-9F71-75E7-FC80FDEA8C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E7D18-0977-4396-7207-1D54167CE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F216B-EE57-8350-6CC4-56F7AA5B5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BB2FB-500F-54F6-3EB5-D6D60B7B9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D58BD-1A21-B291-CB4B-9E28A16AB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49272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2DA6A-D5E6-A082-447A-C27664090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32C28-FF22-EEA1-8CA6-6A94354D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1FCE-97BB-B56D-E3B3-3A3FDFA624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36E69-E438-4BFA-A6B5-371EF3DCBBD1}" type="datetimeFigureOut">
              <a:rPr lang="en-CH" smtClean="0"/>
              <a:t>01/04/2026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3784-FB62-CD0A-2895-C2127B92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E91DA-3395-8AD7-D3D9-360CD58FB2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87697A-545F-4EFB-B661-4777AC4D9822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0662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1F23A8-0DBC-AA3D-8DA1-6D5C4DBA3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720" y="345197"/>
            <a:ext cx="8629566" cy="6163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EB960B-46EF-F6AE-A354-ACA941EFDF89}"/>
              </a:ext>
            </a:extLst>
          </p:cNvPr>
          <p:cNvSpPr txBox="1"/>
          <p:nvPr/>
        </p:nvSpPr>
        <p:spPr>
          <a:xfrm>
            <a:off x="1794300" y="238285"/>
            <a:ext cx="302749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Repeat samples per patient</a:t>
            </a:r>
            <a:endParaRPr lang="en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6708A5-D94E-08E1-1118-B60608CD883B}"/>
              </a:ext>
            </a:extLst>
          </p:cNvPr>
          <p:cNvSpPr txBox="1"/>
          <p:nvPr/>
        </p:nvSpPr>
        <p:spPr>
          <a:xfrm>
            <a:off x="381036" y="2510263"/>
            <a:ext cx="1282723" cy="147732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Number</a:t>
            </a:r>
          </a:p>
          <a:p>
            <a:r>
              <a:rPr lang="en-US" dirty="0"/>
              <a:t>of samples</a:t>
            </a:r>
          </a:p>
          <a:p>
            <a:r>
              <a:rPr lang="en-US" dirty="0"/>
              <a:t>per patient</a:t>
            </a:r>
          </a:p>
          <a:p>
            <a:endParaRPr lang="en-US" dirty="0"/>
          </a:p>
          <a:p>
            <a:endParaRPr lang="en-C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BEC4B-DA49-59CC-E143-C7525AE2CF03}"/>
              </a:ext>
            </a:extLst>
          </p:cNvPr>
          <p:cNvSpPr txBox="1"/>
          <p:nvPr/>
        </p:nvSpPr>
        <p:spPr>
          <a:xfrm>
            <a:off x="5433588" y="6324507"/>
            <a:ext cx="217764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Patients</a:t>
            </a:r>
          </a:p>
        </p:txBody>
      </p:sp>
    </p:spTree>
    <p:extLst>
      <p:ext uri="{BB962C8B-B14F-4D97-AF65-F5344CB8AC3E}">
        <p14:creationId xmlns:p14="http://schemas.microsoft.com/office/powerpoint/2010/main" val="3404818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Frayling</dc:creator>
  <cp:lastModifiedBy>Timothy Frayling</cp:lastModifiedBy>
  <cp:revision>1</cp:revision>
  <dcterms:created xsi:type="dcterms:W3CDTF">2026-04-01T11:17:28Z</dcterms:created>
  <dcterms:modified xsi:type="dcterms:W3CDTF">2026-04-01T11:20:17Z</dcterms:modified>
</cp:coreProperties>
</file>