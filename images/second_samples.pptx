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DD9E6-7CAA-4B3D-AFB1-3C81CFDFF5A9}" v="3" dt="2026-04-01T11:19:02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y Frayling" userId="908e9b62-0ddc-4e77-ae13-d8e4745ca167" providerId="ADAL" clId="{A5C0382B-3580-4118-9DE7-F28BF1207A22}"/>
    <pc:docChg chg="custSel addSld modSld">
      <pc:chgData name="Timothy Frayling" userId="908e9b62-0ddc-4e77-ae13-d8e4745ca167" providerId="ADAL" clId="{A5C0382B-3580-4118-9DE7-F28BF1207A22}" dt="2026-04-01T11:20:14.464" v="140" actId="1076"/>
      <pc:docMkLst>
        <pc:docMk/>
      </pc:docMkLst>
      <pc:sldChg chg="addSp delSp modSp new mod modClrScheme chgLayout">
        <pc:chgData name="Timothy Frayling" userId="908e9b62-0ddc-4e77-ae13-d8e4745ca167" providerId="ADAL" clId="{A5C0382B-3580-4118-9DE7-F28BF1207A22}" dt="2026-04-01T11:20:14.464" v="140" actId="1076"/>
        <pc:sldMkLst>
          <pc:docMk/>
          <pc:sldMk cId="3404818643" sldId="256"/>
        </pc:sldMkLst>
        <pc:spChg chg="del">
          <ac:chgData name="Timothy Frayling" userId="908e9b62-0ddc-4e77-ae13-d8e4745ca167" providerId="ADAL" clId="{A5C0382B-3580-4118-9DE7-F28BF1207A22}" dt="2026-04-01T11:17:33.721" v="1" actId="700"/>
          <ac:spMkLst>
            <pc:docMk/>
            <pc:sldMk cId="3404818643" sldId="256"/>
            <ac:spMk id="2" creationId="{56C26E80-C954-AA3D-0AD6-6A17B7F4DABF}"/>
          </ac:spMkLst>
        </pc:spChg>
        <pc:spChg chg="del">
          <ac:chgData name="Timothy Frayling" userId="908e9b62-0ddc-4e77-ae13-d8e4745ca167" providerId="ADAL" clId="{A5C0382B-3580-4118-9DE7-F28BF1207A22}" dt="2026-04-01T11:17:33.721" v="1" actId="700"/>
          <ac:spMkLst>
            <pc:docMk/>
            <pc:sldMk cId="3404818643" sldId="256"/>
            <ac:spMk id="3" creationId="{703093DB-3477-A678-0244-B0A56A5BAA7E}"/>
          </ac:spMkLst>
        </pc:spChg>
        <pc:spChg chg="add mod">
          <ac:chgData name="Timothy Frayling" userId="908e9b62-0ddc-4e77-ae13-d8e4745ca167" providerId="ADAL" clId="{A5C0382B-3580-4118-9DE7-F28BF1207A22}" dt="2026-04-01T11:18:31.499" v="41" actId="1076"/>
          <ac:spMkLst>
            <pc:docMk/>
            <pc:sldMk cId="3404818643" sldId="256"/>
            <ac:spMk id="6" creationId="{A9EB960B-46EF-F6AE-A354-ACA941EFDF89}"/>
          </ac:spMkLst>
        </pc:spChg>
        <pc:spChg chg="add mod">
          <ac:chgData name="Timothy Frayling" userId="908e9b62-0ddc-4e77-ae13-d8e4745ca167" providerId="ADAL" clId="{A5C0382B-3580-4118-9DE7-F28BF1207A22}" dt="2026-04-01T11:18:53.701" v="67" actId="20577"/>
          <ac:spMkLst>
            <pc:docMk/>
            <pc:sldMk cId="3404818643" sldId="256"/>
            <ac:spMk id="7" creationId="{506708A5-D94E-08E1-1118-B60608CD883B}"/>
          </ac:spMkLst>
        </pc:spChg>
        <pc:spChg chg="add mod">
          <ac:chgData name="Timothy Frayling" userId="908e9b62-0ddc-4e77-ae13-d8e4745ca167" providerId="ADAL" clId="{A5C0382B-3580-4118-9DE7-F28BF1207A22}" dt="2026-04-01T11:20:14.464" v="140" actId="1076"/>
          <ac:spMkLst>
            <pc:docMk/>
            <pc:sldMk cId="3404818643" sldId="256"/>
            <ac:spMk id="8" creationId="{FF1BEC4B-DA49-59CC-E143-C7525AE2CF03}"/>
          </ac:spMkLst>
        </pc:spChg>
        <pc:picChg chg="add mod">
          <ac:chgData name="Timothy Frayling" userId="908e9b62-0ddc-4e77-ae13-d8e4745ca167" providerId="ADAL" clId="{A5C0382B-3580-4118-9DE7-F28BF1207A22}" dt="2026-04-01T11:18:00.855" v="7" actId="14100"/>
          <ac:picMkLst>
            <pc:docMk/>
            <pc:sldMk cId="3404818643" sldId="256"/>
            <ac:picMk id="5" creationId="{601F23A8-0DBC-AA3D-8DA1-6D5C4DBA3D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C3F1-63CE-1FCA-EFC7-D559EB097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84C46-245A-32AC-65B3-6BF3067F6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A7F3B-343C-FB2D-5CCC-BF6E5C49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32278-7F5E-ED7A-5724-7B362538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E23A-8BEB-3B35-C5D9-B9A9B2D8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7055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DBA-3D84-FA2B-0712-E23FC4B2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A6648-DDE1-AAF9-4822-EF6D85DD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43A41-2F8F-1FA1-EE07-099AB73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3DFFB-9B1A-C5E2-1416-FB0E7EA2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29621-D2B4-82A5-4A27-E02F2641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3155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476F-A419-5575-FEEF-C6608C4B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5709-9125-C42B-74FA-3093BF837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01829-3CDF-A459-AE8D-5A1A77F3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A9BD0-532C-7EC4-8492-C397182C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3EC0-8A18-2A13-70CC-4C5777BB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3187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EEE6-073E-E798-D161-938A57BA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3048E-72E9-5ECA-BA32-E2B8BEABD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3E2D3-8E25-519E-5D51-67D2E9148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297E9-E92F-5B38-476F-90A824B5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8EFC4-F3B0-F3C1-1A12-6270851D0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5015D-A956-A46C-F1D6-DF1DB47A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69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70BF-22F3-D633-3A1A-5CF95601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ED721-2C42-2734-70DB-A1400BAF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AFB96-F51B-C6D3-CD56-D7DC9F39F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C4BCD-FB4E-97B8-7688-95C8A69C6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A8005-C888-B70E-17A9-CFFF8551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3D8893-F79A-74C2-9B5F-72D31A5E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1DCC8-449C-4064-1C5B-4DCFCD2B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C254A-99BA-65DE-92BA-97EE206D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786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22D0-5E39-CDA1-FBDD-D7ECC9CD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172F6-B3DF-9703-7F14-3ECD1F71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EEDE1-E85C-0338-8884-E1BC960A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44DCA-7739-D0A8-2FC6-18F373FC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939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376F3-AE9A-5301-4A65-C76EFADF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5D0586-372E-01EA-56A8-F67A3A5D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D948B-906C-E007-290E-FC947305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6934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F439-DD3E-1AF5-1E89-4C2EBC2B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B41A-34FB-869F-A7C6-BD5A041FC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A8E79-8499-6035-0747-9675B537B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CD364-F9AB-5DEA-4C44-643FF9FF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4F022-D278-B80C-0B90-1F63504B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97080-7BF2-FE5B-89F1-885DAEA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185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5087-7DE7-0DF6-5DC8-E05EA281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7ACA1-DEEF-9914-88D2-8BD2760CFA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98FF1-BED7-C763-DB14-F3D2ED4F4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8E5EB-5B47-30C5-2C9E-BCB7A014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5BEC-9F19-A45A-56F1-92E3B745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C734D-C55B-B5D5-7B8C-F1A8C1F0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7670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0CB8-527F-7506-96CD-9FC4D56D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0AA9-C48E-AA5B-A083-345FC397C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9FE51-ADC5-B3B0-073B-BF0B80CB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C142-C67A-9EBD-12DF-04E2CEC3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F4133-5BDD-27CC-5243-B6D450F0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1835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CFC37-A3D6-9F71-75E7-FC80FDEA8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E7D18-0977-4396-7207-1D54167CE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216B-EE57-8350-6CC4-56F7AA5B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BB2FB-500F-54F6-3EB5-D6D60B7B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D58BD-1A21-B291-CB4B-9E28A16A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4927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2DA6A-D5E6-A082-447A-C2766409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2C28-FF22-EEA1-8CA6-6A94354DE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D1FCE-97BB-B56D-E3B3-3A3FDFA62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36E69-E438-4BFA-A6B5-371EF3DCBBD1}" type="datetimeFigureOut">
              <a:rPr lang="en-CH" smtClean="0"/>
              <a:t>01/04/2026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3784-FB62-CD0A-2895-C2127B924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E91DA-3395-8AD7-D3D9-360CD58FB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7697A-545F-4EFB-B661-4777AC4D982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066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1F23A8-0DBC-AA3D-8DA1-6D5C4DBA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20" y="345197"/>
            <a:ext cx="8629566" cy="6163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EB960B-46EF-F6AE-A354-ACA941EFDF89}"/>
              </a:ext>
            </a:extLst>
          </p:cNvPr>
          <p:cNvSpPr txBox="1"/>
          <p:nvPr/>
        </p:nvSpPr>
        <p:spPr>
          <a:xfrm>
            <a:off x="1794300" y="238285"/>
            <a:ext cx="30274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Repeat samples per patient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708A5-D94E-08E1-1118-B60608CD883B}"/>
              </a:ext>
            </a:extLst>
          </p:cNvPr>
          <p:cNvSpPr txBox="1"/>
          <p:nvPr/>
        </p:nvSpPr>
        <p:spPr>
          <a:xfrm>
            <a:off x="381036" y="2510263"/>
            <a:ext cx="1282723" cy="147732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Number</a:t>
            </a:r>
          </a:p>
          <a:p>
            <a:r>
              <a:rPr lang="en-US" dirty="0"/>
              <a:t>of samples</a:t>
            </a:r>
          </a:p>
          <a:p>
            <a:r>
              <a:rPr lang="en-US" dirty="0"/>
              <a:t>per patient</a:t>
            </a:r>
          </a:p>
          <a:p>
            <a:endParaRPr lang="en-US" dirty="0"/>
          </a:p>
          <a:p>
            <a:endParaRPr lang="en-C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BEC4B-DA49-59CC-E143-C7525AE2CF03}"/>
              </a:ext>
            </a:extLst>
          </p:cNvPr>
          <p:cNvSpPr txBox="1"/>
          <p:nvPr/>
        </p:nvSpPr>
        <p:spPr>
          <a:xfrm>
            <a:off x="5433588" y="6324507"/>
            <a:ext cx="217764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Patients</a:t>
            </a:r>
          </a:p>
        </p:txBody>
      </p:sp>
    </p:spTree>
    <p:extLst>
      <p:ext uri="{BB962C8B-B14F-4D97-AF65-F5344CB8AC3E}">
        <p14:creationId xmlns:p14="http://schemas.microsoft.com/office/powerpoint/2010/main" val="340481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Frayling</dc:creator>
  <cp:lastModifiedBy>Timothy Frayling</cp:lastModifiedBy>
  <cp:revision>1</cp:revision>
  <dcterms:created xsi:type="dcterms:W3CDTF">2026-04-01T11:17:28Z</dcterms:created>
  <dcterms:modified xsi:type="dcterms:W3CDTF">2026-04-01T11:20:17Z</dcterms:modified>
</cp:coreProperties>
</file>